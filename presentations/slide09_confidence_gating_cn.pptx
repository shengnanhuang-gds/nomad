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第9页，独立单页文件。来源：main c1b3750的train/logs/revalidation/p5ab_summary.txt、p5b_harmful_predictor/summary.json、p5c_trust/summary.json、kappa_fusion_summary.txt；并检查train/run_p5b_harmful_predictor.py、eval_frame_sets.py、adaptive_blend.py。</a:t>
            </a:r>
          </a:p>
          <a:p>
            <a:r>
              <a:t>有害harmful=ADE_blend&gt;ADE_goal，非WP误差大于某阈值；P5a中WP相对权重r_w=κ_wp/(κ_wp+κ_goal)，有害/有益Cohen d=-0.04，不支持相对权重系统性过高的简单假说，不等于证明κ整体已校准。</a:t>
            </a:r>
          </a:p>
          <a:p>
            <a:r>
              <a:t>P5b按轨迹5-fold GroupKFold，折外AUC=0.5200512964；已有ADE反事实：κ2.6199888861，best_oof2.6199888861（frac_goal=0），oracle_pick3.8031935437cm。阈值搜索结果是离线描述，不是额外独立测试或重复种子验证。</a:t>
            </a:r>
          </a:p>
          <a:p>
            <a:r>
              <a:t>P5c rollout：κ2.6943408467，trust OOF ridge2.6915933922，trust surrogate-oracle s*3.5913267216cm；平均s_hat约0.027来自p5ab_summary.txt。s*基于已有blend/goal ADE代理选取，再rollout，不是GT WP方向Oracle，也不是真实目标的理论上界。</a:t>
            </a:r>
          </a:p>
          <a:p>
            <a:r>
              <a:t>固定分歧门控同批rollout（kappa_fusion_summary.txt）：κ2.80，goal-WP disagree 35–55deg抑制2.24，GT WP误差Oracle抑制3.16cm。不能把2.62/2.69/2.80当同协议可交换基线。所有离线参考定义不同，不能跨行比较其大小。</a:t>
            </a:r>
          </a:p>
          <a:p>
            <a:r>
              <a:t>P5b/c特征含turn_strict、yaw8_deg、endpoint_lateral_m等真实未来轨迹派生信息（从归因缓存读取）；虽未直接使用GT WP误差，也不能称为全部部署可用特征。页面已明确只作离线探索。</a:t>
            </a:r>
          </a:p>
          <a:p>
            <a:r>
              <a:t>其他探索（未加入主表，避免混用）：goal-only fallback在P5b同ADE基线下2.03&lt;κ2.62；约束fallback2.73&gt;同批2.62，但在locked上扫参，不能描述为全面无收益或独立测试证据，也不能直接用其与另一批ctx2/turnhard排名。</a:t>
            </a:r>
          </a:p>
          <a:p>
            <a:r>
              <a:t>本页不声称统计显著、不推广为所有门控均无效，暂不将缺少核对来源的learned temperature数值写入。</a:t>
            </a:r>
          </a:p>
          <a:p/>
          <a:p>
            <a:r>
              <a:t>通俗表达修订：页面移除AUC、OOF、rollout、反事实及Oracle等专有词，详细定义仍保留于以上备注。四行依次对应P5a、P5b、P5c与固定分歧门控；只有最后一行展示数值，且2.80→2.24来自同批评估。未展示不能部署的离线参考上界，未将不同批次直接排名。结论仅针对这些已试方案，不证明所有门控均无效。</a:t>
            </a:r>
          </a:p>
          <a:p>
            <a:r>
              <a:t>通俗表达修订：页面移除AUC、OOF、rollout、反事实及Oracle等专有词，详细定义仍保留于以上备注。四行依次对应P5a、P5b、P5c与固定分歧门控；只有最后一行展示数值，且2.80→2.24来自同批评估。未展示不能部署的离线参考上界，未将不同批次直接排名。结论仅针对这些已试方案，不证明所有门控均无效。</a:t>
            </a:r>
          </a:p>
          <a:p>
            <a:r>
              <a:t>通俗表达修订：页面移除AUC、OOF、rollout、反事实及Oracle等专有词，详细定义仍保留于以上备注。四行依次对应P5a、P5b、P5c与固定分歧门控；只有最后一行展示数值，且2.80→2.24来自同批评估。未展示不能部署的离线参考上界，未将不同批次直接排名。结论仅针对这些已试方案，不证明所有门控均无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14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585216"/>
            <a:ext cx="54864" cy="201168"/>
          </a:xfrm>
          <a:prstGeom prst="rect">
            <a:avLst/>
          </a:prstGeom>
          <a:solidFill>
            <a:srgbClr val="148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548640"/>
            <a:ext cx="914400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2748A"/>
                </a:solidFill>
                <a:latin typeface="Noto Sans CJK SC"/>
              </a:defRPr>
            </a:pPr>
            <a:r>
              <a:t>P5 / 调整两种方向的信任程度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987552"/>
            <a:ext cx="10972800" cy="54864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142B46"/>
                </a:solidFill>
                <a:latin typeface="Noto Sans CJK SC"/>
              </a:defRPr>
            </a:pPr>
            <a:r>
              <a:t>什么时候应该少信航点方向？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972800" cy="310896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748A"/>
                </a:solidFill>
                <a:latin typeface="Noto Sans CJK SC"/>
              </a:defRPr>
            </a:pPr>
            <a:r>
              <a:t>目标方向：目标在哪里 · 航点方向：接下来往哪里走 · 两者有时会相互冲突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249424"/>
            <a:ext cx="10826496" cy="576072"/>
          </a:xfrm>
          <a:prstGeom prst="roundRect">
            <a:avLst>
              <a:gd name="adj" fmla="val 12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423160"/>
            <a:ext cx="1042416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原方法：根据两种预测的置信度，决定各自占多大比重。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99816"/>
            <a:ext cx="484632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我们尝试了什么？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99816"/>
            <a:ext cx="4937760" cy="29260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42B46"/>
                </a:solidFill>
                <a:latin typeface="Noto Sans CJK SC"/>
              </a:defRPr>
            </a:pPr>
            <a:r>
              <a:t>结果怎么样？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3520440"/>
            <a:ext cx="10826496" cy="0"/>
          </a:xfrm>
          <a:prstGeom prst="line">
            <a:avLst/>
          </a:prstGeom>
          <a:ln w="10160">
            <a:solidFill>
              <a:srgbClr val="DCE5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" y="3675887"/>
            <a:ext cx="10826496" cy="41148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712463"/>
            <a:ext cx="3657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" y="3712463"/>
            <a:ext cx="4681728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看航点的权重占比，判断是否该少信它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712463"/>
            <a:ext cx="507492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效果变好与变差的样本，权重占比接近。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160520"/>
            <a:ext cx="3657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" y="4160520"/>
            <a:ext cx="4681728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训练一个模型，判断是否该只用目标方向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160520"/>
            <a:ext cx="507492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判断能力接近随机猜测，未提高条件收益。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71999"/>
            <a:ext cx="10826496" cy="41148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4608575"/>
            <a:ext cx="3657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4608575"/>
            <a:ext cx="4681728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让模型自动降低航点的影响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608575"/>
            <a:ext cx="507492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模型几乎不作调整，效果接近原方法。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5056631"/>
            <a:ext cx="3657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148D91"/>
                </a:solidFill>
                <a:latin typeface="Noto Sans CJK SC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7592" y="5056631"/>
            <a:ext cx="4681728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42B46"/>
                </a:solidFill>
                <a:latin typeface="Noto Sans CJK SC"/>
              </a:defRPr>
            </a:pPr>
            <a:r>
              <a:t>两种方向分歧大时，就减少航点权重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056631"/>
            <a:ext cx="5074920" cy="28346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48D91"/>
                </a:solidFill>
                <a:latin typeface="Noto Sans CJK SC"/>
              </a:defRPr>
            </a:pPr>
            <a:r>
              <a:t>条件收益从 2.80 降至 2.24 cm，反而更差。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596128"/>
            <a:ext cx="10826496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说明：条件收益表示加入目标信息后误差减少了多少，越大越好；上述结果分别与各自的原方法比较。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907024"/>
            <a:ext cx="10826496" cy="24688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62748A"/>
                </a:solidFill>
                <a:latin typeface="Noto Sans CJK SC"/>
              </a:defRPr>
            </a:pPr>
            <a:r>
              <a:t>其中部分模型使用了真实未来轨迹信息，仅为离线分析，尚不能直接用于实机。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6254496"/>
            <a:ext cx="10826496" cy="365760"/>
          </a:xfrm>
          <a:prstGeom prst="roundRect">
            <a:avLst>
              <a:gd name="adj" fmla="val 12000"/>
            </a:avLst>
          </a:prstGeom>
          <a:solidFill>
            <a:srgbClr val="E8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6309360"/>
            <a:ext cx="10424160" cy="25603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48D91"/>
                </a:solidFill>
                <a:latin typeface="Noto Sans CJK SC"/>
              </a:defRPr>
            </a:pPr>
            <a:r>
              <a:t>启示：先把航点方向预测得更准，比继续增加这些判断规则更值得优先尝试。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684264"/>
            <a:ext cx="1005840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来源：p5ab_summary.txt、p5b/c summary.json、kappa_fusion_summary.txt；技术细节与评估口径见备注。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06456" y="6684264"/>
            <a:ext cx="960120" cy="146304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pPr>
              <a:spcAft>
                <a:spcPts val="700"/>
              </a:spcAft>
              <a:defRPr sz="800" b="0">
                <a:solidFill>
                  <a:srgbClr val="62748A"/>
                </a:solidFill>
                <a:latin typeface="Noto Sans CJK SC"/>
              </a:defRPr>
            </a:pPr>
            <a:r>
              <a:t>信任判断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