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第9页，独立单页文件。来源：main c1b3750的train/logs/revalidation/p5ab_summary.txt、p5b_harmful_predictor/summary.json、p5c_trust/summary.json、kappa_fusion_summary.txt；并检查train/run_p5b_harmful_predictor.py、eval_frame_sets.py、adaptive_blend.py。</a:t>
            </a:r>
          </a:p>
          <a:p>
            <a:r>
              <a:t>有害harmful=ADE_blend&gt;ADE_goal，非WP误差大于某阈值；P5a中WP相对权重r_w=κ_wp/(κ_wp+κ_goal)，有害/有益Cohen d=-0.04，不支持相对权重系统性过高的简单假说，不等于证明κ整体已校准。</a:t>
            </a:r>
          </a:p>
          <a:p>
            <a:r>
              <a:t>P5b按轨迹5-fold GroupKFold，折外AUC=0.5200512964；已有ADE反事实：κ2.6199888861，best_oof2.6199888861（frac_goal=0），oracle_pick3.8031935437cm。阈值搜索结果是离线描述，不是额外独立测试或重复种子验证。</a:t>
            </a:r>
          </a:p>
          <a:p>
            <a:r>
              <a:t>P5c rollout：κ2.6943408467，trust OOF ridge2.6915933922，trust surrogate-oracle s*3.5913267216cm；平均s_hat约0.027来自p5ab_summary.txt。s*基于已有blend/goal ADE代理选取，再rollout，不是GT WP方向Oracle，也不是真实目标的理论上界。</a:t>
            </a:r>
          </a:p>
          <a:p>
            <a:r>
              <a:t>固定分歧门控同批rollout（kappa_fusion_summary.txt）：κ2.80，goal-WP disagree 35–55deg抑制2.24，GT WP误差Oracle抑制3.16cm。不能把2.62/2.69/2.80当同协议可交换基线。所有离线参考定义不同，不能跨行比较其大小。</a:t>
            </a:r>
          </a:p>
          <a:p>
            <a:r>
              <a:t>P5b/c特征含turn_strict、yaw8_deg、endpoint_lateral_m等真实未来轨迹派生信息（从归因缓存读取）；虽未直接使用GT WP误差，也不能称为全部部署可用特征。页面已明确只作离线探索。</a:t>
            </a:r>
          </a:p>
          <a:p>
            <a:r>
              <a:t>其他探索（未加入主表，避免混用）：goal-only fallback在P5b同ADE基线下2.03&lt;κ2.62；约束fallback2.73&gt;同批2.62，但在locked上扫参，不能描述为全面无收益或独立测试证据，也不能直接用其与另一批ctx2/turnhard排名。</a:t>
            </a:r>
          </a:p>
          <a:p>
            <a:r>
              <a:t>本页不声称统计显著、不推广为所有门控均无效，暂不将缺少核对来源的learned temperature数值写入。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P5 / 置信度融合与自适应门控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能否识别有害融合，并自适应减少 WP 权重？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有害融合：ADE(κ 融合) &gt; ADE(仅 Goal) · 固定方向预测与主策略，研究融合规则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40864"/>
            <a:ext cx="4142232" cy="8138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38313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P5a｜κ 权重份额解释力有限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71216"/>
            <a:ext cx="38313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有害 / 有益组的 WP 相对份额差异 d ≈ −0.04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374136"/>
            <a:ext cx="4142232" cy="8138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38313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P5b｜预测融合何时有害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904487"/>
            <a:ext cx="38313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按轨迹分组的折外预测 AUC = 0.52，接近随机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407408"/>
            <a:ext cx="4142232" cy="8138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517136"/>
            <a:ext cx="38313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P5c｜学习连续抑制强度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937760"/>
            <a:ext cx="38313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平均抑制强度约 0.027，几乎退回原 κ 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350008"/>
            <a:ext cx="628192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同批次内比较：use_cm，越高越好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743200"/>
            <a:ext cx="6281928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每行独立比较；不同评估批次不做横向排名。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0368" y="3154680"/>
            <a:ext cx="6281928" cy="41148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3264408"/>
            <a:ext cx="24688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评估批次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1856" y="3255264"/>
            <a:ext cx="107899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κ 基线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3255264"/>
            <a:ext cx="107899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门控策略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255264"/>
            <a:ext cx="117957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离线参考*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767328"/>
            <a:ext cx="26974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P5b｜ADE 反事实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376732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+2.62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376732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+2.62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3767328"/>
            <a:ext cx="117957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+3.80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30368" y="4078224"/>
            <a:ext cx="6281928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76088" y="4178808"/>
            <a:ext cx="26974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P5c｜rollout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17880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+2.69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417880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+2.69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4178808"/>
            <a:ext cx="117957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+3.59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230368" y="4489704"/>
            <a:ext cx="6281928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76088" y="4590288"/>
            <a:ext cx="26974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固定分歧门控｜rollout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459028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4590288"/>
            <a:ext cx="107899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+2.24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590288"/>
            <a:ext cx="117957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+3.16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30368" y="4901184"/>
            <a:ext cx="6281928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230368" y="5175504"/>
            <a:ext cx="6281928" cy="4846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* 依次为：真实害益择优、代理最优抑制、GT 误差门控。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这些离线参考使用额外信息，不能直接部署。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797296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特征边界：P5b / P5c 含真实未来运动派生特征，属于离线探索，不能据此声称纯在线门控已验证。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6190488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626364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结论：这些门控尝试尚未形成稳定升级，下一步优先改善 WP 方向估计。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675120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来源：p5ab_summary.txt、p5b/c summary.json、kappa_fusion_summary.txt；均为 locked 1000 帧相关分析。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06456" y="6675120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融合门控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