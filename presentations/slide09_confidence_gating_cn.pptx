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第9页细节重写，独立单页；按用户要求只更新单页PPT/PDF/PNG，不更新合并版。</a:t>
            </a:r>
          </a:p>
          <a:p>
            <a:r>
              <a:t>实质更正：不再将P5c低抑制输出直接解释成“学会永远相信κ”，不再称其标签来自真实重跑21个抑制强度。</a:t>
            </a:r>
          </a:p>
          <a:p>
            <a:r>
              <a:t>1. ADE来自train/eval_by_distance.py:ade_fde，预测[N,T,2]、真实[T,2]按对应步减差并乘meters_per_unit，欧氏距离在T步平均；eval_position_noise.py:mean_ade_fde再对采样轨迹平均。eval_testtime.py:rollout固定观测、策略与B距离，分别评估不同位置条件；P5c为8条采样，每条8点，条件间复用同批噪声。不是实际闭环机器人rollout。</a:t>
            </a:r>
          </a:p>
          <a:p>
            <a:r>
              <a:t>记e_b=已有ADE_Db_d_blend，e_g=已有ADE_Db_dg_pred。harmful=(e_b-e_g)&gt;0，等误差视为非有害；y=1表示只用目标更好。use_cm=100*(ADE_mask-ADE_condition)，因此按ADE优劣分组等价于相同mask参考下的收益优劣。</a:t>
            </a:r>
          </a:p>
          <a:p>
            <a:r>
              <a:t>01 P5a来自p5ab_summary.txt：r_w=κ_wp/(κ_wp+κ_g)，harmful median.701 vs beneficial.719；描述统计，不训练网络，不证明κ完全校准。</a:t>
            </a:r>
          </a:p>
          <a:p>
            <a:r>
              <a:t>02 run_p5b_harmful_predictor.py：特征theta,rw,logkw,logkg,turnstrict,yaw8,spread,turnloose,endpointlateral，训练集标准化，逻辑回归BCE+L2正则，按轨迹5组轮换训练/折外预测。OOF概率阈值在.05..95扫描，报告best thr=.6；该阈值frac_goal0，use保持2.61999。AUC.520051。阈值是在同一locked相关集合挑选，不能称独立部署验证。部分输入含GT未来运动信息。</a:t>
            </a:r>
          </a:p>
          <a:p>
            <a:r>
              <a:t>03 run_p5c_trust.py:GRID_S=linspace(0,1,21)，optimal_s_surrogate只计算(1-s)*e_b+s*e_g，按strict improvement选最小值。因为目标为直线，理想数学情况下s*=1当e_g&lt;e_b，否则0（等值保留0）；不是对21个真实中间方向逐次采样策略得到最优值，不能当真实连续最优抑制标签。后续fit_ridge_predict标准化输入A=(X-mu)/sig，求w=(A^T A+lambda I)^-1 A^T s*，main lambda2，pred=clip(Ate w,0,1)，按轨迹5组轮换。再以预测s_hat重算blend_suppress并运行策略评估。</a:t>
            </a:r>
          </a:p>
          <a:p>
            <a:r>
              <a:t>03实现问题：输入列均值为零，但无截距也未对标签中心化后加回均值，训练集未截断预测均值必为零，不能表达非零目标均值，截断进一步改变分布。已有mean_s_hat.027、rollout≈κ的结果可能受此结构性偏置影响；需修正截距或中心化y+恢复均值后重评，不能将当前结果当成学习信任机制已失败。没有在本任务中修改训练脚本或重跑实验。</a:t>
            </a:r>
          </a:p>
          <a:p>
            <a:r>
              <a:t>04 adaptive_blend.py:angle_between_deg先归一化方向并clip点积到[-1,1]再acos转deg；s=clip((theta-35)/(55-35),0,1)，本例turn_weight0,cap1,wp_scale1。κ_wp'=(1-s)κ_wp，κ_g不变，混合向量归一化，乘B距离形成位置条件。0/0.5/1抑制分别保留100%/50%/0%航点权重。θ是预测Goal与预测WP的夹角，不是真实WP误差。</a:t>
            </a:r>
          </a:p>
          <a:p>
            <a:r>
              <a:t>04 35–55deg首先在GT WP误差Oracle条件下扫参，拿去用预测方向分歧不保证同分布。kappa_fusion_summary.txt同批ctx2：κ2.80，disagree固定门控2.24，GT误差门控3.16，单位cm。不同批的P5b2.62、P5c2.69不能与此直接排名。</a:t>
            </a:r>
          </a:p>
          <a:p>
            <a:r>
              <a:t>本文未声称实际标签或模型特征均在线可用，也未把GT误差门控称可部署方法。只有离线已有结果、代码诊断，不代表独立测试或重复种子显著性。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P5 / 航点降权：误差、标签与具体规则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600" b="1">
                <a:solidFill>
                  <a:srgbClr val="142B46"/>
                </a:solidFill>
                <a:latin typeface="Noto Sans CJK SC"/>
              </a:defRPr>
            </a:pPr>
            <a:r>
              <a:t>什么时候少信航点？具体怎样算、怎样改？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9728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四项独立实验，方向头与扩散策略保持冻结；先用真实轨迹判断融合是否让预测变差。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10826496" cy="55778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121408"/>
            <a:ext cx="51663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ADE = ⅛ ∑ₖ ‖p̂ₖ − pₖ‖₂（k=1,…,8）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93976"/>
            <a:ext cx="5010912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p̂ₖ / pₖ：预测 / 真实位置（米）；先平均 8 步误差，再平均采样。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386584"/>
            <a:ext cx="5010912" cy="17373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e_b：融合条件的 ADE；e_g：仅目标方向条件的 ADE。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34056"/>
            <a:ext cx="5303520" cy="1197864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834640"/>
            <a:ext cx="49743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01 统计：航点权重能区分融合害益吗？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255264"/>
            <a:ext cx="497433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2B46"/>
                </a:solidFill>
                <a:latin typeface="Noto Sans CJK SC"/>
              </a:defRPr>
            </a:pPr>
            <a:r>
              <a:t>r_w = κ_wp / (κ_wp + κ_g)；按 e_b &gt; e_g 分为有害组。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602736"/>
            <a:ext cx="497433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有害 / 有益组的权重份额中位数为 70.1% / 71.9%，接近。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734056"/>
            <a:ext cx="5303520" cy="1197864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2834640"/>
            <a:ext cx="49743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02 分类：预测是否改用目标方向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218688"/>
            <a:ext cx="497433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2B46"/>
                </a:solidFill>
                <a:latin typeface="Noto Sans CJK SC"/>
              </a:defRPr>
            </a:pPr>
            <a:r>
              <a:t>标签 y=1[e_b&gt;e_g]；用夹角、κ 等特征训练逻辑回归。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511296"/>
            <a:ext cx="497433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2B46"/>
                </a:solidFill>
                <a:latin typeface="Noto Sans CJK SC"/>
              </a:defRPr>
            </a:pPr>
            <a:r>
              <a:t>预测有害概率 ≥0.60 则只用目标方向，否则保留融合。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3767328"/>
            <a:ext cx="4974336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本批阈值下没有帧被切换；AUC=0.52，判断接近随机。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96512"/>
            <a:ext cx="5303520" cy="149047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4206240"/>
            <a:ext cx="49743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03 回归：用两端误差近似制作抑制标签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4581144"/>
            <a:ext cx="497433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s∈{0,0.05,…,1}；ẽ(s)=(1−s)e_b+s e_g。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" y="4864608"/>
            <a:ext cx="497433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2B46"/>
                </a:solidFill>
                <a:latin typeface="Noto Sans CJK SC"/>
              </a:defRPr>
            </a:pPr>
            <a:r>
              <a:t>选误差最小的 s* 作标签；直线最优通常只在 0 或 1。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5129784"/>
            <a:ext cx="497433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未逐一重跑 21 个强度；岭回归预测 ŝ，再截到 [0,1]。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5394960"/>
            <a:ext cx="4974336" cy="17373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1">
                <a:solidFill>
                  <a:srgbClr val="8C5E27"/>
                </a:solidFill>
                <a:latin typeface="Noto Sans CJK SC"/>
              </a:defRPr>
            </a:pPr>
            <a:r>
              <a:t>核查发现回归缺截距：低抑制输出不能直接作为方法结论。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096512"/>
            <a:ext cx="5303520" cy="149047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4206240"/>
            <a:ext cx="49743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04 规则：按两个预测方向的分歧降权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4581144"/>
            <a:ext cx="497433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θ=arccos(d_g·d_wp)；s=clip((θ−35°)/20°, 0, 1)。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4864608"/>
            <a:ext cx="497433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2B46"/>
                </a:solidFill>
                <a:latin typeface="Noto Sans CJK SC"/>
              </a:defRPr>
            </a:pPr>
            <a:r>
              <a:t>θ≤35°：不降权；θ=45°：减半；θ≥55°：只用目标。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5129784"/>
            <a:ext cx="497433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35°–55° 原由真实 WP 误差选出，不能直接等同预测分歧。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5394960"/>
            <a:ext cx="4974336" cy="17373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1">
                <a:solidFill>
                  <a:srgbClr val="148D91"/>
                </a:solidFill>
                <a:latin typeface="Noto Sans CJK SC"/>
              </a:defRPr>
            </a:pPr>
            <a:r>
              <a:t>同批条件收益：2.80 → 2.24 cm，固定分歧规则反而更差。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760720"/>
            <a:ext cx="10826496" cy="40233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843016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03 / 04 实际降权：κ′_wp=(1−s)κ_wp；d=normalize(κ_g d_g + κ′_wp d_wp)；位置条件=B 距离×d。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18504"/>
            <a:ext cx="1082649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边界：02 / 03 的特征含真实未来运动信息；03 需修正截距后重评；这些结果不能当作实机有效性证明。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693408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来源：eval_by_distance.py、eval_testtime.py、run_p5b_harmful_predictor.py、run_p5c_trust.py、adaptive_blend.py。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06456" y="6693408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信任判断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