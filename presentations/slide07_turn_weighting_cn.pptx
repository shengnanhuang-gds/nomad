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第7页，独立单页文件。来源main c1b3750，train/logs/revalidation/P3_training_batch.md、p3_morning_metrics.csv、p3_morning_table.txt；另核对train/analyze_p3_morning_table.py。</a:t>
            </a:r>
          </a:p>
          <a:p>
            <a:r>
              <a:t>B/C/D共享：ctx2、从e60初始化、30ep、batch128，B turn_strict x2，C x3，D累计转角三分位权重1/1.5/3。参考ctx2在CSV标为SeedA，B/C/D标为Seed0；未建立重复种子平均效果，不能声称统计显著或所有条件严格同seed。</a:t>
            </a:r>
          </a:p>
          <a:p>
            <a:r>
              <a:t>Val all_far n=5110、turn_strict n=2751（对应P2验证材料）。val_gt45_pct由所有far误差err&gt;45计算，不是turn子集比例，因此不能直接与第6页14.5/14.9/12.6%的turn比例混用。这里ctx2全量7.08%，B8.04%，C7.44%，D7.75%。</a:t>
            </a:r>
          </a:p>
          <a:p>
            <a:r>
              <a:t>ctx2/B/C/D的turn median为13.02/12.11/12.55/11.98deg；turn P90为53.12/55.77/54.01/53.95deg。中位误差下降但P90和全量&gt;45比例没有优于参考；不声称所有尾部指标均下降或全部恶化，因为C的P95=80.88优于ctx2的82.67。</a:t>
            </a:r>
          </a:p>
          <a:p>
            <a:r>
              <a:t>本页仅Val筛查结果，不提供缺失的B/C/D locked utility，不与之后turnhard的2.93cm混同。后续turnhard包含不同训练配方，另页展示。</a:t>
            </a:r>
          </a:p>
          <a:p>
            <a:r>
              <a:t>表格与卡片均可编辑；数值从原始CSV读取后保留2位小数。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P3 / 面向转弯场景的加权训练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提高转弯样本权重，能否减少尾部错误？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在 ctx2 架构上调整训练损失权重 · 保持主策略冻结 · 本页仅比较 Val 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转弯样本损失权重加倍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进一步提高转弯样本权重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D｜曲率分档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累计转角三分位：权重 1 / 1.5 /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36976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验证集对比：中位数改善，与尾部改善并不一致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02736"/>
            <a:ext cx="10826496" cy="43891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721608"/>
            <a:ext cx="283464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62748A"/>
                </a:solidFill>
                <a:latin typeface="Noto Sans CJK SC"/>
              </a:defRPr>
            </a:pPr>
            <a:r>
              <a:t>WP 训练方案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全量中位误差 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转弯中位误差 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721608"/>
            <a:ext cx="1911095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全量 &gt;45° 占比 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05656"/>
            <a:ext cx="10826496" cy="37490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123944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ctx2｜无额外加权（参考）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5072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0448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13.02°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5824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123944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7.08%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4517136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8.04°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12.11°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55.77°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517136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8.04%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4828031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4910328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5072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8.11°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0448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12.55°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5824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54.01°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910328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7.44%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5221224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303520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D｜曲率分档 1 / 1.5 /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5072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8.07°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70448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11.98°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35824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53.95°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303520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7.75%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5614416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5769864"/>
            <a:ext cx="107899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P90 反映尾部误差；本页 &gt;45° 比例的分母为全量 Val 远目标帧，与上一页转弯子集比例不同。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6144768"/>
            <a:ext cx="10826496" cy="3931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6217920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结论：转弯中位误差有所下降，但 P90 和全量大误差比例均未优于 ctx2。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来源：P3_training_batch.md、p3_morning_metrics.csv；单次运行，尚需多种子验证。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转弯加权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