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条件收益（cm）</c:v>
                </c:pt>
              </c:strCache>
            </c:strRef>
          </c:tx>
          <c:dPt>
            <c:idx val="0"/>
            <c:spPr>
              <a:solidFill>
                <a:srgbClr val="B2C5DE"/>
              </a:solidFill>
              <a:ln>
                <a:noFill/>
              </a:ln>
            </c:spPr>
          </c:dPt>
          <c:dPt>
            <c:idx val="1"/>
            <c:spPr>
              <a:solidFill>
                <a:srgbClr val="92B0D6"/>
              </a:solidFill>
              <a:ln>
                <a:noFill/>
              </a:ln>
            </c:spPr>
          </c:dPt>
          <c:dPt>
            <c:idx val="2"/>
            <c:spPr>
              <a:solidFill>
                <a:srgbClr val="6B9EC7"/>
              </a:solidFill>
              <a:ln>
                <a:noFill/>
              </a:ln>
            </c:spPr>
          </c:dPt>
          <c:dPt>
            <c:idx val="3"/>
            <c:spPr>
              <a:solidFill>
                <a:srgbClr val="23999B"/>
              </a:solidFill>
              <a:ln>
                <a:noFill/>
              </a:ln>
            </c:spPr>
          </c:dPt>
          <c:dPt>
            <c:idx val="4"/>
            <c:spPr>
              <a:solidFill>
                <a:srgbClr val="148D91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原始
航点头</c:v>
                </c:pt>
                <c:pt idx="1">
                  <c:v>无历史
继续训练</c:v>
                </c:pt>
                <c:pt idx="2">
                  <c:v>加入
两帧历史</c:v>
                </c:pt>
                <c:pt idx="3">
                  <c:v>转弯难例
组合训练</c:v>
                </c:pt>
                <c:pt idx="4">
                  <c:v>困难样本
采样×3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2.56</c:v>
                </c:pt>
                <c:pt idx="1">
                  <c:v>2.68</c:v>
                </c:pt>
                <c:pt idx="2">
                  <c:v>2.8</c:v>
                </c:pt>
                <c:pt idx="3">
                  <c:v>2.93</c:v>
                </c:pt>
                <c:pt idx="4">
                  <c:v>2.94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500" b="1">
                  <a:solidFill>
                    <a:srgbClr val="142B46"/>
                  </a:solidFill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200">
                <a:solidFill>
                  <a:srgbClr val="142B46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4"/>
          <c:min val="0.0"/>
        </c:scaling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2748A"/>
                </a:solidFill>
                <a:latin typeface="Noto Sans CJK SC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>
          <a:latin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第11页，独立单页。原生PowerPoint柱状图，可编辑数据与图形，纵轴0–3.4cm，未截断放大小差异。</a:t>
            </a:r>
          </a:p>
          <a:p>
            <a:r>
              <a:t>来源main c1b3750，train/logs/revalidation/README_report_index.md；P2_conclusions_revised.md给出e60/ctx0/ctx2=2.56/2.68/2.80cm（eval_waypoint locked）；wp_input_sweep/summary.json给出turnhard=2.925652830861509cm（页面2.93）；wp_hard_oversample/summary_cn.txt给出hard_os3=2.94cm。</a:t>
            </a:r>
          </a:p>
          <a:p>
            <a:r>
              <a:t>图中中文对应：原始航点头=e60；无历史继续训练=ctx0；加入两帧历史=ctx2；转弯难例组合训练=turnhard；困难样本采样×3=hard_os3（从turnhard继续训练，包含采样权重变化）。这些阶段不是单因素完全控制的因果分解。</a:t>
            </a:r>
          </a:p>
          <a:p>
            <a:r>
              <a:t>汇总材料均标注locked约1000远帧、kappa融合与冻结E-oracle+B距离的栈；没有原始所有阶段逐帧输出可复核相同随机采样及配对统计，因此只报告仓库汇总的阶段进展，不宣称全部细节严格同批或统计显著。未混入oracle_factorial的2.62、P5c的2.69或goal fallback等其他口径。</a:t>
            </a:r>
          </a:p>
          <a:p>
            <a:r>
              <a:t>增加0.38cm与相对增长14.84375%均按现有报告精度计算：(2.94-2.56)/2.56*100。它只是条件收益use_cm的相对增长，不是导航成功率增长，不是绝对ADE降低14.8%，也不表明最终ADE为这些数值。</a:t>
            </a:r>
          </a:p>
          <a:p>
            <a:r>
              <a:t>use_cm=100*(masked_ADE-conditioned_ADE)，条件信息带来的ADE减少；图中最高值2.94与turnhard2.93差异约0.01cm，尚无重复种子或配对置信区间支持可靠提升结论。</a:t>
            </a:r>
          </a:p>
          <a:p>
            <a:r>
              <a:t>主策略与融合公式固定；改进集中在WP头视觉历史及训练方案。最新一步同时有续训与采样变化，不能将增益纯归因于采样。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整体结果 / 航点预测改进的累积进展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这轮实验，整体取得了多少进展？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主策略与置信度融合方式保持不变 · 汇总各阶段固定远目标评估的条件收益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70408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条件收益（cm）：越高，目标信息带来的帮助越大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2743200"/>
          <a:ext cx="726948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75320" y="2331720"/>
            <a:ext cx="3236976" cy="97840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912" y="2414015"/>
            <a:ext cx="2889504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8D91"/>
                </a:solidFill>
                <a:latin typeface="Noto Sans CJK SC"/>
              </a:defRPr>
            </a:pPr>
            <a:r>
              <a:t>+0.38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2825496"/>
            <a:ext cx="2889504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从早期基线到最高报告值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3108960"/>
            <a:ext cx="29260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2.56 → 2.94 cm：条件收益的绝对增加。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474720"/>
            <a:ext cx="3236976" cy="97840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3557015"/>
            <a:ext cx="2889504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B46"/>
                </a:solidFill>
                <a:latin typeface="Noto Sans CJK SC"/>
              </a:defRPr>
            </a:pPr>
            <a:r>
              <a:t>约 14.8%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3968496"/>
            <a:ext cx="2889504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条件收益指标的相对增长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4251959"/>
            <a:ext cx="29260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不等于导航成功率或整体精度提高 14.8%。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4617720"/>
            <a:ext cx="3236976" cy="97840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4700016"/>
            <a:ext cx="2889504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B46"/>
                </a:solidFill>
                <a:latin typeface="Noto Sans CJK SC"/>
              </a:defRPr>
            </a:pPr>
            <a:r>
              <a:t>约 +0.01 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5111496"/>
            <a:ext cx="2889504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最近一步的增幅已经很小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5394959"/>
            <a:ext cx="29260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2.93 → 2.94 cm：仍需重复实验确认。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52160"/>
            <a:ext cx="1082649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说明：图按仓库汇总列示，纵轴从 0 开始；尚未用全部阶段的逐帧配对结果验证差异。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199632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6272784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结论：主要进展来自视觉历史与航点训练；最新的小幅提升仍需要验证。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684264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来源：README_report_index.md、P2_conclusions_revised.md、wp_input_sweep/、wp_hard_oversample/。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6456" y="6684264"/>
            <a:ext cx="96012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整体结果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