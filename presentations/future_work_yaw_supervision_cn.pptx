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独立未来工作页，不更新合并稿。计划而非已经完成的结果。</a:t>
            </a:r>
          </a:p>
          <a:p>
            <a:r>
              <a:t>研究问题源于联合监督的启发；UniNav整体ATE优势不能证明转角监督独立有效。本页不复现UniNav的世界动作扩散或几何教师。</a:t>
            </a:r>
          </a:p>
          <a:p>
            <a:r>
              <a:t>控制：同一turnhard checkpoint、相同训练样本/抽样策略、预算拟12轮、匹配种子，冻结DINO/原NoMaD策略，仅训练当前方向网络允许训练的部分与新辅助头。若资源允许配对多种子重复；先确定验证选择规则，锁定测试集不用于阈值调参。</a:t>
            </a:r>
          </a:p>
          <a:p>
            <a:r>
              <a:t>A继续训练，只有原有方向损失；B在A基础上增加8步yaw辅助，必须明确关闭积分损失并显式用原方向头推理；C在B基础上增加积分方向余弦损失，分别评估原方向头和积分输出。λ先采用现有配方候选yaw=.3、integrate=.25；只在验证集选择并报告，不预设最优。</a:t>
            </a:r>
          </a:p>
          <a:p>
            <a:r>
              <a:t>Lyaw为逐步预测与真实相邻yaw差之间的SmoothL1（弧度，wrap约定一致）；Lint=1-cos(积分方向,GT第8步终点方向)。L方向保留现有热身余弦/后续von Mises训练约定。以上是分量含义，实际归一加权按现有训练定义保持一致。</a:t>
            </a:r>
          </a:p>
          <a:p>
            <a:r>
              <a:t>积分沿步初朝向用等长步累加，然后更新该步yaw；第8转角不影响已走完的8步终点。已提供GT转角oracle表明当前积分器整体中位约2.6度，但急弯上仍有残差，不能指望仅增加训练消除朝向与实际位移方向的不一致。</a:t>
            </a:r>
          </a:p>
          <a:p>
            <a:r>
              <a:t>B原方向vsA原方向分离辅助监督增益；C原方向vsB原方向测额外积分损失影响；同一C checkpoint的积分方向vs原方向分离推理替换影响。另分别用各自验证方向误差选最佳checkpoint评估各自方案，记录选择规则避免混用。</a:t>
            </a:r>
          </a:p>
          <a:p>
            <a:r>
              <a:t>先报告逐步yaw误差、方向中位/P90/&gt;45比例并分全体与转弯，检查积分是否有角度收益；通过后再在相同locked协议评估κ融合use_cm。use_cm=100*(masked ADE-conditioned ADE)，不等于成功率。</a:t>
            </a:r>
          </a:p>
          <a:p>
            <a:r>
              <a:t>显式设置推理模式并隔离缓存，避免auto模式和已有waypoint缓存覆盖设置；当前历史脚本与摘要的yawaux口径存在不一致，不能直接用旧摘要替代严谨对照。方向头κ直接复用于积分方向是否合适属于后续融合检查。</a:t>
            </a:r>
          </a:p>
          <a:p>
            <a:r>
              <a:t>验证方向集合11519与旧Val5110等不同过滤集合不能混为同分母；所有组按同一集合、过滤和单位比较。配对置信区间按轨迹聚类重采样，勿只依据0.01~0.03cm差异宣布提升。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57200"/>
            <a:ext cx="50292" cy="210312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未来工作 / 从论文启发到可检验的实验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B46"/>
                </a:solidFill>
                <a:latin typeface="Noto Sans CJK SC"/>
              </a:defRPr>
            </a:pPr>
            <a:r>
              <a:t>转角辅助监督，能否改善转弯时的方向预测？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36192"/>
            <a:ext cx="10972800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748A"/>
                </a:solidFill>
                <a:latin typeface="Noto Sans CJK SC"/>
              </a:defRPr>
            </a:pPr>
            <a:r>
              <a:t>核心问题：把“多训练的作用”“转角辅助的作用”“积分推理的作用”分别验证。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029968"/>
            <a:ext cx="10853928" cy="539496"/>
          </a:xfrm>
          <a:prstGeom prst="roundRect">
            <a:avLst>
              <a:gd name="adj" fmla="val 12000"/>
            </a:avLst>
          </a:prstGeom>
          <a:solidFill>
            <a:srgbClr val="E0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67128"/>
            <a:ext cx="1046988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公平对照：同一 turnhard 初始模型、相同数据与训练预算（拟 12 轮），冻结原导航策略。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788920"/>
            <a:ext cx="3483864" cy="2057400"/>
          </a:xfrm>
          <a:prstGeom prst="roundRect">
            <a:avLst>
              <a:gd name="adj" fmla="val 12000"/>
            </a:avLst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2544" y="2788920"/>
            <a:ext cx="3483864" cy="2057400"/>
          </a:xfrm>
          <a:prstGeom prst="roundRect">
            <a:avLst>
              <a:gd name="adj" fmla="val 12000"/>
            </a:avLst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7575" y="2788920"/>
            <a:ext cx="3483864" cy="2057400"/>
          </a:xfrm>
          <a:prstGeom prst="roundRect">
            <a:avLst>
              <a:gd name="adj" fmla="val 12000"/>
            </a:avLst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953512"/>
            <a:ext cx="31089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B46"/>
                </a:solidFill>
                <a:latin typeface="Noto Sans CJK SC"/>
              </a:defRPr>
            </a:pPr>
            <a:r>
              <a:t>A  原方法继续训练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401568"/>
            <a:ext cx="31089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只训练原有方向任务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794760"/>
            <a:ext cx="3108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损失：L方向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178808"/>
            <a:ext cx="31089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推理：原方向头输出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526280"/>
            <a:ext cx="31089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作用：排除“只是多训练了”的影响。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953512"/>
            <a:ext cx="31089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B46"/>
                </a:solidFill>
                <a:latin typeface="Noto Sans CJK SC"/>
              </a:defRPr>
            </a:pPr>
            <a:r>
              <a:t>B  只加转角辅助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401568"/>
            <a:ext cx="31089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增加未来 8 步转角预测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3794760"/>
            <a:ext cx="3108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损失：L方向 + λ转角 L转角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4178808"/>
            <a:ext cx="31089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推理：仍用原方向头输出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4526280"/>
            <a:ext cx="31089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B 对 A：判断转角辅助是否有效。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953512"/>
            <a:ext cx="31089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B46"/>
                </a:solidFill>
                <a:latin typeface="Noto Sans CJK SC"/>
              </a:defRPr>
            </a:pPr>
            <a:r>
              <a:t>C  再加入积分方向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3401568"/>
            <a:ext cx="31089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增加积分方向与真值的约束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794760"/>
            <a:ext cx="3108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损失：LB + λ积分 L积分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4178808"/>
            <a:ext cx="31089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同一模型：原方向 / 积分方向都评估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4526280"/>
            <a:ext cx="31089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62748A"/>
                </a:solidFill>
                <a:latin typeface="Noto Sans CJK SC"/>
              </a:defRPr>
            </a:pPr>
            <a:r>
              <a:t>分开判断积分训练与积分推理的作用。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020056"/>
            <a:ext cx="1078992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监督怎么给：转角预测对齐真实相邻姿态差；积分方向对齐“当前点 → 第 8 步真实位置”的方向。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5468112"/>
            <a:ext cx="10817352" cy="0"/>
          </a:xfrm>
          <a:prstGeom prst="line">
            <a:avLst/>
          </a:prstGeom>
          <a:ln w="1270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94944" y="5623560"/>
            <a:ext cx="205740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验证顺序与判断标准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5614416"/>
            <a:ext cx="86868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先看方向：全体 / 转弯的中位误差、P90、&gt;45° 比例；再看融合收益。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6007608"/>
            <a:ext cx="868680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两种方向分别按各自验证误差选模型；固定评估集合，配对比较并报告不确定性。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46520"/>
            <a:ext cx="108356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8D91"/>
                </a:solidFill>
                <a:latin typeface="Noto Sans CJK SC"/>
              </a:defRPr>
            </a:pPr>
            <a:r>
              <a:t>预期产出：确定转角是否适合做辅助监督，以及是否值得替换现有推理方向；不预设一定有效。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711696"/>
            <a:ext cx="10835640" cy="1188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750" b="0">
                <a:solidFill>
                  <a:srgbClr val="62748A"/>
                </a:solidFill>
                <a:latin typeface="Noto Sans CJK SC"/>
              </a:defRPr>
            </a:pPr>
            <a:r>
              <a:t>计划设计，尚非实验结论。L转角 为逐步转角回归损失，L积分 为积分方向的余弦损失；LB 为 B 组总损失，λ 为辅助项权重。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