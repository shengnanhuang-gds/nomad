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第10页，独立单页文件。来源main c1b3750的train/logs/revalidation/wp_input_sweep/summary.json、wp_hard_oversample/summary_cn.txt、wp_mh46/summary_cn.txt、afternoon_2026_10_26/summary_cn.txt；代码run_wp_ctx2_turnhard_train.py、run_hard_oversample_train.py、train_goal_dino.py。</a:t>
            </a:r>
          </a:p>
          <a:p>
            <a:r>
              <a:t>表内方案对应：ctx2=2.7953815374523403(all),3.605176209398305(turn)；turnhard=2.925652830861509,3.909248513802509；hist3plain=2.8434096975252032,3.726504273197502；hist3turnhard=2.9344996815547346,3.919328380420075；mh46=2.85,3.79（来源摘要精度）；hard_os3=2.94,3.98（来源摘要精度）。未把2.94与2.93的四舍五入差异称为显著。</a:t>
            </a:r>
          </a:p>
          <a:p>
            <a:r>
              <a:t>turnhard组合训练=turn_strict×3, hard_bearing30deg×2.5, winding&gt;=45deg×2；不是P3早期仅turnstrict_x3或curvature_tiers。</a:t>
            </a:r>
          </a:p>
          <a:p>
            <a:r>
              <a:t>mh46从turnhard初始化、12ep、aux4+6、lambda=.4 strict；不同于第8页原始P4的2/4步监督。</a:t>
            </a:r>
          </a:p>
          <a:p>
            <a:r>
              <a:t>hard_os3从turnhard初始化，使用训练集困难远目标/转弯样本，hard_frame_boost=3；是相对采样权重，不保证绝对频率或独特样本数恰好3倍。</a:t>
            </a:r>
          </a:p>
          <a:p>
            <a:r>
              <a:t>报告hard_os3角度中位数9.4deg、&gt;45约11%；turnhard约9.2deg、&gt;45约10%。hard45子集未单独重算，不声称Hard120已改善，也不将训练中的hard定义与locked误差&gt;=45deg的Hard120混同。</a:t>
            </a:r>
          </a:p>
          <a:p>
            <a:r>
              <a:t>训练困难样本元数据：hard_pairs_train_summary.json共3796420对、2272041被规则标为困难，其中hard_far_turn1089503；这些只是训练挖掘记录，不是locked1000。未用CSV行数冒充测试规模。</a:t>
            </a:r>
          </a:p>
          <a:p>
            <a:r>
              <a:t>现有摘要与JSON的B-spread部分参考值不一致（turnhard4.16 vs4.1113），因此本页不报告该项，避免缺少原始评估记录时强行混比。</a:t>
            </a:r>
          </a:p>
          <a:p>
            <a:r>
              <a:t>所有收益为use_cm，非成功率；尚需重复种子与配对区间验证，未声称统计显著或部署验证完成。技术名称留在备注，正文使用中文方案描述。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最新优化 / 历史输入与困难样本训练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继续优化航点训练，还能提高多少？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保持主策略与方向融合方式不变 · 只调整航点头的输入、监督与训练采样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0826496" cy="4846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训练思路：给转弯难例更大权重，或让困难样本在训练时更频繁地被抽到。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733348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固定约 1,000 帧：条件收益（cm），越大越好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38144"/>
            <a:ext cx="7333488" cy="3931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42519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训练方案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529584"/>
            <a:ext cx="12801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全部远目标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29584"/>
            <a:ext cx="13716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严格转弯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8678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两帧历史（原方案）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98678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8678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+3.61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24281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274820"/>
            <a:ext cx="7333488" cy="30632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0682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转弯难例组合加权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30682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+2.93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0682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+3.91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62686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三帧历史（普通训练）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62686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2686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+3.73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88289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4672" y="494690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三帧历史 + 组合加权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4690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4690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+3.92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520293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4672" y="526694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组合加权 + 第 4/6 步辅助监督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26694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6694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+3.79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52297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5800" y="5554980"/>
            <a:ext cx="7333488" cy="30632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58698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组合加权 + 困难样本采样权重 ×3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58698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+2.94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8698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+3.98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999232"/>
            <a:ext cx="3191256" cy="131673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4776" y="3154680"/>
            <a:ext cx="2816352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最高报告值：2.94 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3639312"/>
            <a:ext cx="2816352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相比组合加权的 2.93 cm，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仅多约 0.01 cm，尚需重复验证。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544568"/>
            <a:ext cx="3191256" cy="129844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4776" y="4700016"/>
            <a:ext cx="2816352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收益略升，尾部未同步改善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4776" y="5157216"/>
            <a:ext cx="281635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困难采样后，WP 误差 &gt;45°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占比约 11%，组合加权约 10%。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52744"/>
            <a:ext cx="1082649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“采样权重 ×3”表示增加被抽中的相对机会；并非新采集三倍数据，也未证明已改善 Hard120。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291072"/>
            <a:ext cx="10826496" cy="37490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355080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结论：转弯难例组合训练带来改善；继续加历史或调整采样，目前收益已很小。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729984"/>
            <a:ext cx="10058400" cy="1188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来源：wp_input_sweep/、wp_hard_oversample/、wp_mh46/；两帧历史均指额外加入两帧过去观测。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6456" y="6729984"/>
            <a:ext cx="960120" cy="1188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最新优化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