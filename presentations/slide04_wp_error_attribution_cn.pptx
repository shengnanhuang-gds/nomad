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第4页，独立单页。原始材料：main c1b3750，train/logs/revalidation/wp_oracle_attribution/。</a:t>
            </a:r>
          </a:p>
          <a:p>
            <a:r>
              <a:t>图表取自 by_wp_err_quintile.csv，按 WP 角误差划分5个等样本量组，每组200帧。平均收益为从预测Goal/预测WP到预测Goal/真实WP的use变化（PP→PG），不是每组总use，不是成功率。柱长共用0–8cm线性尺度；小值仍有可见最小宽度，旁列保留精确四舍五入值。</a:t>
            </a:r>
          </a:p>
          <a:p>
            <a:r>
              <a:t>Q5净收益占比=0.7659938224861109，对应76.6%；分母为所有帧的带符号净收益和。</a:t>
            </a:r>
          </a:p>
          <a:p>
            <a:r>
              <a:t>summary.txt：Pearson(wp_err_deg,delta_use_cm)=0.623；收益最高100帧占全部正收益68.9%，分母仅累加正收益；不与净收益混淆。没有根据这两个离散点绘制未获证据的完整集中曲线。</a:t>
            </a:r>
          </a:p>
          <a:p>
            <a:r>
              <a:t>turn_vs_straight.csv：严格转弯0.30m/45deg，n=593，净收益占比=0.8805811072763058，即88.1%；直行n=179，另有中间场景，二者非互补划分。本页未把其余407帧均称作直行。</a:t>
            </a:r>
          </a:p>
          <a:p>
            <a:r>
              <a:t>所有统计均为固定1000帧的离线Oracle分析，不代表部署成功率。GT WP使用未来8步轨迹信息。本页不声称因果或统计显著性。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P1 / 航点误差与收益归因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哪些样本贡献了大部分 Oracle 收益？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锁定远目标 1,000 帧 · 仅将预测 WP 方向替换为真实方向 · 其余条件保持不变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95144"/>
            <a:ext cx="6400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WP 角误差越大，替换真实方向的平均收益越高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18288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角误差五等分组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24912"/>
            <a:ext cx="4206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每帧平均 Δuse（cm）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8608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75887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11295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08576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43984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41264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76672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73952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36392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Q1   0.0–3.2°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177540"/>
            <a:ext cx="16459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73945" y="3104388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CB5D8"/>
                </a:solidFill>
                <a:latin typeface="Noto Sans CJK SC"/>
              </a:defRPr>
            </a:pPr>
            <a:r>
              <a:t>+0.03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02736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Q2   3.2–7.6°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643884"/>
            <a:ext cx="57180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9252" y="3570732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CB5D8"/>
                </a:solidFill>
                <a:latin typeface="Noto Sans CJK SC"/>
              </a:defRPr>
            </a:pPr>
            <a:r>
              <a:t>+0.12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69080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Q3   7.6–13.4°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110228"/>
            <a:ext cx="174167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6239" y="4037076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CB5D8"/>
                </a:solidFill>
                <a:latin typeface="Noto Sans CJK SC"/>
              </a:defRPr>
            </a:pPr>
            <a:r>
              <a:t>+0.37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Q4   13.4–29.0°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576572"/>
            <a:ext cx="867667" cy="182880"/>
          </a:xfrm>
          <a:prstGeom prst="roundRect">
            <a:avLst>
              <a:gd name="adj" fmla="val 12000"/>
            </a:avLst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9739" y="4503420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+1.86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01768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Q5   29.0–179.9°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042916"/>
            <a:ext cx="3636375" cy="182880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8447" y="4969764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+7.80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79008"/>
            <a:ext cx="667512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每组 200 帧；最高误差组 Q5 贡献 76.6% 的净收益。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313432"/>
            <a:ext cx="4050791" cy="9418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4383" y="2432303"/>
            <a:ext cx="1609344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477CCC"/>
                </a:solidFill>
                <a:latin typeface="Noto Sans CJK SC"/>
              </a:defRPr>
            </a:pPr>
            <a:r>
              <a:t>r = 0.623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2441448"/>
            <a:ext cx="20116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角误差与收益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44383" y="2953511"/>
            <a:ext cx="3657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Pearson 相关；相关性不代表因果。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429000"/>
            <a:ext cx="4050791" cy="94183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44383" y="3547872"/>
            <a:ext cx="1609344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8D91"/>
                </a:solidFill>
                <a:latin typeface="Noto Sans CJK SC"/>
              </a:defRPr>
            </a:pPr>
            <a:r>
              <a:t>68.9%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3557016"/>
            <a:ext cx="20116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正收益集中度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4383" y="4069080"/>
            <a:ext cx="3657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收益最高的 10% 帧，占全部正收益的 68.9%。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4544568"/>
            <a:ext cx="4050791" cy="94183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44383" y="4663440"/>
            <a:ext cx="1609344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8D91"/>
                </a:solidFill>
                <a:latin typeface="Noto Sans CJK SC"/>
              </a:defRPr>
            </a:pPr>
            <a:r>
              <a:t>88.1%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4672583"/>
            <a:ext cx="20116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严格转弯贡献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44383" y="5184648"/>
            <a:ext cx="3657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严格转弯 593 帧，占全部净收益的 88.1%。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6208776"/>
            <a:ext cx="10826496" cy="18288"/>
          </a:xfrm>
          <a:prstGeom prst="rect">
            <a:avLst/>
          </a:prstGeom>
          <a:solidFill>
            <a:srgbClr val="DCE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" y="6062472"/>
            <a:ext cx="10826496" cy="42976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6135624"/>
            <a:ext cx="104241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结论：损失集中于严重航点方向错误，下一步应优先分析转弯难例。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583680"/>
            <a:ext cx="1005840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来源：wp_oracle_attribution/ 下的 summary.txt、by_wp_err_quintile.csv、turn_vs_straight.csv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6456" y="6583680"/>
            <a:ext cx="96012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收益归因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