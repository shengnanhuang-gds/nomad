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第8页，独立单页。来源main c1b3750，train/logs/revalidation/P4_multi_horizon.md、P4_ablation_status.md、p4_ablation_val.txt。</a:t>
            </a:r>
          </a:p>
          <a:p>
            <a:r>
              <a:t>P4设置：ctx2初始化，15ep，context=2；Step8方向的vm-NLL+kappa为主目标，辅助2/4步1-cos损失，lambda=.25，推理仍仅Step8+kappa。</a:t>
            </a:r>
          </a:p>
          <a:p>
            <a:r>
              <a:t>mh_2721是P2和P4位移均&gt;=0.3m的共同可比子集；因辅助标签的位移筛选改变了训练/验证样本集合，不应把该子集与完整Val混为同一分布。页面每个箭头只在同一协议/样本集合内比较ctx2和原始p4_mh。</a:t>
            </a:r>
          </a:p>
          <a:p>
            <a:r>
              <a:t>筛选Val n2721：far median 7.11→6.30deg，turn P90 34.88→33.19deg。</a:t>
            </a:r>
          </a:p>
          <a:p>
            <a:r>
              <a:t>完整Val n5110：far median 7.97→7.97deg，turn P90 53.12→58.87deg。</a:t>
            </a:r>
          </a:p>
          <a:p>
            <a:r>
              <a:t>Locked1000 kappa-blend use：ctx2 2.80，p4_mh 2.40cm，P4 reported interval[2.06,2.77]；无aux续训15ep对照2.80cm[2.42,3.19]。没有根据各自区间推导配对显著性。</a:t>
            </a:r>
          </a:p>
          <a:p>
            <a:r>
              <a:t>P4b_masked full Val far median7.76，turn P9054.41deg，高于ctx2 53.12deg。此处未给P4b未核验的locked收益。</a:t>
            </a:r>
          </a:p>
          <a:p>
            <a:r>
              <a:t>后续mh46（turnhard初始化、aux4/6）的2.85cm属于不同实验，留后续优化页，未与原始P4混为同一模型。</a:t>
            </a:r>
          </a:p>
          <a:p>
            <a:r>
              <a:t>图中没有声称多时域监督一般无效；结论仅限本实验设置，且区分方向中位数、尾部和下游条件收益。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85216"/>
            <a:ext cx="54864" cy="20116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48640"/>
            <a:ext cx="91440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P4 / 多时域方向监督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87552"/>
            <a:ext cx="109728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B46"/>
                </a:solidFill>
                <a:latin typeface="Noto Sans CJK SC"/>
              </a:defRPr>
            </a:pPr>
            <a:r>
              <a:t>增加辅助时域，能否带来更好的导航引导？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97280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2748A"/>
                </a:solidFill>
                <a:latin typeface="Noto Sans CJK SC"/>
              </a:defRPr>
            </a:pPr>
            <a:r>
              <a:t>从 ctx2 初始化 · 额外训练 15 轮 · 加入第 2、4 步方向监督，保留第 8 步主目标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9424"/>
            <a:ext cx="10826496" cy="576072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432304"/>
            <a:ext cx="128016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62748A"/>
                </a:solidFill>
                <a:latin typeface="Noto Sans CJK SC"/>
              </a:defRPr>
            </a:pPr>
            <a:r>
              <a:t>训练监督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76272" y="2350008"/>
            <a:ext cx="1371600" cy="365760"/>
          </a:xfrm>
          <a:prstGeom prst="roundRect">
            <a:avLst>
              <a:gd name="adj" fmla="val 12000"/>
            </a:avLst>
          </a:prstGeom>
          <a:solidFill>
            <a:srgbClr val="DF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2423160"/>
            <a:ext cx="137160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477CCC"/>
                </a:solidFill>
                <a:latin typeface="Noto Sans CJK SC"/>
              </a:defRPr>
            </a:pPr>
            <a:r>
              <a:t>2 步 · 辅助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2350008"/>
            <a:ext cx="1371600" cy="365760"/>
          </a:xfrm>
          <a:prstGeom prst="roundRect">
            <a:avLst>
              <a:gd name="adj" fmla="val 12000"/>
            </a:avLst>
          </a:prstGeom>
          <a:solidFill>
            <a:srgbClr val="DF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2423160"/>
            <a:ext cx="137160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477CCC"/>
                </a:solidFill>
                <a:latin typeface="Noto Sans CJK SC"/>
              </a:defRPr>
            </a:pPr>
            <a:r>
              <a:t>4 步 · 辅助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21808" y="2350008"/>
            <a:ext cx="1371600" cy="365760"/>
          </a:xfrm>
          <a:prstGeom prst="roundRect">
            <a:avLst>
              <a:gd name="adj" fmla="val 12000"/>
            </a:avLst>
          </a:prstGeom>
          <a:solidFill>
            <a:srgbClr val="D9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1808" y="2423160"/>
            <a:ext cx="137160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148D91"/>
                </a:solidFill>
                <a:latin typeface="Noto Sans CJK SC"/>
              </a:defRPr>
            </a:pPr>
            <a:r>
              <a:t>8 步 · 主目标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23176" y="2423160"/>
            <a:ext cx="411480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2B46"/>
                </a:solidFill>
                <a:latin typeface="Noto Sans CJK SC"/>
              </a:defRPr>
            </a:pPr>
            <a:r>
              <a:t>推理保持不变：8 步方向 + 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16936"/>
            <a:ext cx="10826496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以下均为 ctx2 → P4；每组在相同评估集合内比较。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182112"/>
            <a:ext cx="3456432" cy="2212848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3328416"/>
            <a:ext cx="356616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8D91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282696"/>
            <a:ext cx="2724912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B46"/>
                </a:solidFill>
                <a:latin typeface="Noto Sans CJK SC"/>
              </a:defRPr>
            </a:pPr>
            <a:r>
              <a:t>筛选 Val 子集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" y="3721608"/>
            <a:ext cx="3182112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2/4 步位移 ≥0.3 m · 2,721 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" y="4096512"/>
            <a:ext cx="3182112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中位角误差 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462272"/>
            <a:ext cx="3182112" cy="3657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48D91"/>
                </a:solidFill>
                <a:latin typeface="Noto Sans CJK SC"/>
              </a:defRPr>
            </a:pPr>
            <a:r>
              <a:t>7.11° → 6.30°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" y="5010912"/>
            <a:ext cx="3182112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转弯 P90：34.88° → 33.19°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" y="5522976"/>
            <a:ext cx="3227832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子集内方向误差改善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2" y="3182112"/>
            <a:ext cx="3456432" cy="2212848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7136" y="3328416"/>
            <a:ext cx="356616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477CCC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65192" y="3282696"/>
            <a:ext cx="2724912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B46"/>
                </a:solidFill>
                <a:latin typeface="Noto Sans CJK SC"/>
              </a:defRPr>
            </a:pPr>
            <a:r>
              <a:t>完整 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136" y="3721608"/>
            <a:ext cx="3182112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full_5110 · 5,110 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7136" y="4096512"/>
            <a:ext cx="3182112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转弯 P90 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7136" y="4462272"/>
            <a:ext cx="3182112" cy="3657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477CCC"/>
                </a:solidFill>
                <a:latin typeface="Noto Sans CJK SC"/>
              </a:defRPr>
            </a:pPr>
            <a:r>
              <a:t>53.12° → 58.87°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5010912"/>
            <a:ext cx="3182112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中位角误差：7.97° → 7.97°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7136" y="5522976"/>
            <a:ext cx="3227832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477CCC"/>
                </a:solidFill>
                <a:latin typeface="Noto Sans CJK SC"/>
              </a:defRPr>
            </a:pPr>
            <a:r>
              <a:t>尾部误差增大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55864" y="3182112"/>
            <a:ext cx="3456432" cy="2212848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02168" y="3328416"/>
            <a:ext cx="356616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477CCC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50224" y="3282696"/>
            <a:ext cx="2724912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B46"/>
                </a:solidFill>
                <a:latin typeface="Noto Sans CJK SC"/>
              </a:defRPr>
            </a:pPr>
            <a:r>
              <a:t>Locked 下游评估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02168" y="3721608"/>
            <a:ext cx="3182112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固定 1,000 远目标帧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02168" y="4096512"/>
            <a:ext cx="3182112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κ 融合收益 ↑（cm）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2168" y="4462272"/>
            <a:ext cx="3182112" cy="3657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477CCC"/>
                </a:solidFill>
                <a:latin typeface="Noto Sans CJK SC"/>
              </a:defRPr>
            </a:pPr>
            <a:r>
              <a:t>2.80 → 2.40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02168" y="5010912"/>
            <a:ext cx="3182112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无辅助监督续训 15 轮：2.80 cm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02168" y="5522976"/>
            <a:ext cx="3227832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477CCC"/>
                </a:solidFill>
                <a:latin typeface="Noto Sans CJK SC"/>
              </a:defRPr>
            </a:pPr>
            <a:r>
              <a:t>未超过原模型与续训对照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916168"/>
            <a:ext cx="10789920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补充：masked P4b 的完整 Val 中位误差降至 7.76°，但转弯 P90 为 54.41°，仍高于 ctx2 的 53.12°。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6181344"/>
            <a:ext cx="10826496" cy="393192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" y="6245352"/>
            <a:ext cx="1042416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8D91"/>
                </a:solidFill>
                <a:latin typeface="Noto Sans CJK SC"/>
              </a:defRPr>
            </a:pPr>
            <a:r>
              <a:t>结论：筛选子集的改善未转化为完整 Val 尾部与下游收益的改善。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629400"/>
            <a:ext cx="10058400" cy="1645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来源：P4_multi_horizon.md、P4_ablation_status.md、p4_ablation_val.txt；箭头均表示 ctx2 → P4。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06456" y="6629400"/>
            <a:ext cx="960120" cy="1645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多时域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