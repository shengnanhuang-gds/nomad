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第5页，独立单页文件。来源为main c1b3750的train/logs/revalidation/wp_hard120/summary.txt及enrichment_H_vs_control.csv（control=C_match）。</a:t>
            </a:r>
          </a:p>
          <a:p>
            <a:r>
              <a:t>Hard定义为WP bearing error&gt;=45deg，n=120/1000；93.333%为turn_strict。</a:t>
            </a:r>
          </a:p>
          <a:p>
            <a:r>
              <a:t>中位数（H vs C_match）：path_winding_8 108.48499999999994 vs 69.43119048174236 deg；past_yaw_rate 14.101111111111116 vs 7.349444444444433；goal_bearing_err_deg 50.399990878953645 vs 15.227550674992074；wp_kappa 8.90623426437378 vs 35.79542350769043。</a:t>
            </a:r>
          </a:p>
          <a:p>
            <a:r>
              <a:t>train/analyze_wp_hard120.py:path_kinematics表明past_yaw_rate是过去最多3个采样步的平均绝对yaw变化，并非按秒归一化角速度；本页标为历史平均步间转角，单位deg，不用deg/s。</a:t>
            </a:r>
          </a:p>
          <a:p>
            <a:r>
              <a:t>C_match是按turn_strict比例匹配的非hard对照，不是全体其他帧。本页不报告对照样本数：提交的CSV n_C计数与研究设计/当前代码不一致（CSV62770，设计120），无法在缺少原始NPZ时重算；保留与summary.txt一致的中位数并准确标明来源。未据此计算新的置信区间或显著性。</a:t>
            </a:r>
          </a:p>
          <a:p>
            <a:r>
              <a:t>四组柱图各自从零起点按本指标最大值定标，不能跨指标比较柱长；所有中位数均来自现有记录，并未重新运行分析。</a:t>
            </a:r>
          </a:p>
          <a:p>
            <a:r>
              <a:t>严格转弯标签来自eval_frame_sets.py的turning_mask，对GT横向位移或绝对yaw变化采用OR判定。κ由GoalDirectionHead第三维经softplus+min_kappa得到，标准κ融合直接将该κ用于WP加权；缩放或抑制后得到有效权重，不能称为另一路独立标量。κ是方向分布集中度，较低表明分散程度更高；不采用旧文字结论中“κ更低意味着错还很自信”的错误解释。组间差异只提供历史感知模型的动机，不构成因果证明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P1b / Hard120 失败样本分析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严重航点方向错误，主要出现在哪里？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Hard120：WP 角误差 ≥45° 的 120 帧 · 与转弯比例匹配的非 hard 对照比较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5303520" cy="8321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340864"/>
            <a:ext cx="1600200" cy="38404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148D91"/>
                </a:solidFill>
                <a:latin typeface="Noto Sans CJK SC"/>
              </a:defRPr>
            </a:pPr>
            <a:r>
              <a:t>120 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152" y="2404872"/>
            <a:ext cx="3502152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WP 方向误差 ≥45° 的困难样本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825496"/>
            <a:ext cx="502920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预测 WP 与真实终点方向的夹角；占 locked 1000 帧的 12%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8776" y="2249424"/>
            <a:ext cx="5303520" cy="8321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340864"/>
            <a:ext cx="1600200" cy="38404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400" b="1">
                <a:solidFill>
                  <a:srgbClr val="148D91"/>
                </a:solidFill>
                <a:latin typeface="Noto Sans CJK SC"/>
              </a:defRPr>
            </a:pPr>
            <a:r>
              <a:t>93.3%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2404872"/>
            <a:ext cx="3502152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困难样本属于严格转弯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825496"/>
            <a:ext cx="502920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GT 判定：|横向位移| ≥0.30 m 或 |航向变化| ≥45°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91840"/>
            <a:ext cx="64008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特征对比：困难组 vs 匹配对照（中位数）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30183" y="3328416"/>
            <a:ext cx="155448" cy="118872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264408"/>
            <a:ext cx="11887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困难组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57232" y="3328416"/>
            <a:ext cx="155448" cy="118872"/>
          </a:xfrm>
          <a:prstGeom prst="rect">
            <a:avLst/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04120" y="3264408"/>
            <a:ext cx="13716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匹配对照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未来 8 步累计转角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路径弯曲程度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68012"/>
            <a:ext cx="132080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40864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108.5°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052060"/>
            <a:ext cx="845321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40864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69.4°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47288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84448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历史平均步间转角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4448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过去 3 步的 |Δyaw| 均值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84448" y="4668012"/>
            <a:ext cx="132080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02352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14.1°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84448" y="5052060"/>
            <a:ext cx="688395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2352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7.3°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08776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全局目标方位误差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Goal 方向也常同时出错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45936" y="4668012"/>
            <a:ext cx="1320799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63840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50.4°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45936" y="5052060"/>
            <a:ext cx="399058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0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15.2°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70264" y="3675887"/>
            <a:ext cx="2542032" cy="172821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07424" y="3831336"/>
            <a:ext cx="22860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WP 方向集中度 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07424" y="4187952"/>
            <a:ext cx="22860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Head 输出，用于融合加权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07424" y="4668012"/>
            <a:ext cx="328627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25328" y="4576572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8.9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07424" y="5052060"/>
            <a:ext cx="1320799" cy="146304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25328" y="4960620"/>
            <a:ext cx="813816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62748A"/>
                </a:solidFill>
                <a:latin typeface="Noto Sans CJK SC"/>
              </a:defRPr>
            </a:pPr>
            <a:r>
              <a:t>35.8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541264"/>
            <a:ext cx="109728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κ 更低表示预测分布更分散；这些组间差异是相关性证据，不能直接证明因果。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5952744"/>
            <a:ext cx="10826496" cy="44805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6" y="6035040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启示：转弯与近期旋转运动值得关注，为引入视觉历史提供实验动机。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6519672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601968"/>
            <a:ext cx="987552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来源：wp_hard120/summary.txt、enrichment_H_vs_control.csv；各指标使用独立刻度。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97312" y="6601968"/>
            <a:ext cx="10058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难例分析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