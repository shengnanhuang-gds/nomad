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第5页按用户现有版式修订：保留标题逻辑和两个运动特征卡片，移除对照组卡片、数值与柱条。先难例表现，再运动特点；不更新合并稿。</a:t>
            </a:r>
          </a:p>
          <a:p>
            <a:r>
              <a:t>来源train/logs/revalidation/wp_hard120/summary.txt与enrichment_H_vs_control.csv；统计来自用户上传汇总，未重跑。</a:t>
            </a:r>
          </a:p>
          <a:p>
            <a:r>
              <a:t>Hard为预测WP方向相对真实第8步endpoint方向角误差&gt;=45deg，120/locked1000=12%。误差中位70.07deg（summary），是按误差筛选后的条件统计，不作为独立发现或普遍错误率。</a:t>
            </a:r>
          </a:p>
          <a:p>
            <a:r>
              <a:t>未来8步累计绝对转角中位108.48499999999994（显示108.5），历史平均步间转角中位14.101111111111116（显示14.10），过去最多3采样步的abs yaw变化均值，不是deg/s。</a:t>
            </a:r>
          </a:p>
          <a:p>
            <a:r>
              <a:t>93.333% strictturn，GT第8步相对当前位置车体坐标横向绝对值&gt;=.30m OR当前到未来第8步yaw wrapped变化绝对值&gt;=45deg；不是模型方向误差定义的同一个45deg。定义与locked TURN_STRICT一致。</a:t>
            </a:r>
          </a:p>
          <a:p>
            <a:r>
              <a:t>删除所有对照数值与更弯/更强比较措辞，不作组间或因果推断。特征只是提出引入历史的待检验假设；下一页P2独立比较ctx0/ctx2才检验历史是否有效。</a:t>
            </a:r>
          </a:p>
          <a:p>
            <a:r>
              <a:t>原始CSV虽以C_match行组织，但本页只读median_H，不使用median_C或存在口径疑问的n_C。18.3%、Goal误差和κ统计仍按此前偏好不显示。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P1b / Hard120 失败样本分析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分析难例特点，寻找提升方法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2748A"/>
                </a:solidFill>
                <a:latin typeface="Noto Sans CJK SC"/>
              </a:defRPr>
            </a:pPr>
            <a:r>
              <a:t>先看严重错误有多大，再看这些难例的运动特点；本页只展示 Hard120 内部统计。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9424"/>
            <a:ext cx="5303520" cy="78638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08776" y="2249424"/>
            <a:ext cx="5303520" cy="78638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359152"/>
            <a:ext cx="4956048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48D91"/>
                </a:solidFill>
                <a:latin typeface="Noto Sans CJK SC"/>
              </a:defRPr>
            </a:pPr>
            <a:r>
              <a:t>120 帧｜占 locked 1000 帧的 12%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798064"/>
            <a:ext cx="4956048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难例定义：航点（WP）方向误差 ≥45°。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2359152"/>
            <a:ext cx="4956048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48D91"/>
                </a:solidFill>
                <a:latin typeface="Noto Sans CJK SC"/>
              </a:defRPr>
            </a:pPr>
            <a:r>
              <a:t>70.07°｜难例方向误差中位数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2798064"/>
            <a:ext cx="4956048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50" b="0">
                <a:solidFill>
                  <a:srgbClr val="62748A"/>
                </a:solidFill>
                <a:latin typeface="Noto Sans CJK SC"/>
              </a:defRPr>
            </a:pPr>
            <a:r>
              <a:t>误差：预测 WP 与真实第 8 步终点方向的夹角。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37560"/>
            <a:ext cx="5303520" cy="2194560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502152"/>
            <a:ext cx="4937760" cy="32918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48D91"/>
                </a:solidFill>
                <a:latin typeface="Noto Sans CJK SC"/>
              </a:defRPr>
            </a:pPr>
            <a:r>
              <a:t>① 未来路径存在明显转向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023360"/>
            <a:ext cx="4937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未来 8 步累计绝对转角（中位数）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517136"/>
            <a:ext cx="4937760" cy="5029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48D91"/>
                </a:solidFill>
                <a:latin typeface="Noto Sans CJK SC"/>
              </a:defRPr>
            </a:pPr>
            <a:r>
              <a:t>108.5°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5157216"/>
            <a:ext cx="493776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每一步转角取绝对值，再把 8 步相加。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3337560"/>
            <a:ext cx="5303520" cy="2194560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502152"/>
            <a:ext cx="4937760" cy="32918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48D91"/>
                </a:solidFill>
                <a:latin typeface="Noto Sans CJK SC"/>
              </a:defRPr>
            </a:pPr>
            <a:r>
              <a:t>② 近期存在旋转运动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4023360"/>
            <a:ext cx="4937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历史平均步间转角（中位数）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368" y="4517136"/>
            <a:ext cx="4937760" cy="5029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3000" b="1">
                <a:solidFill>
                  <a:srgbClr val="148D91"/>
                </a:solidFill>
                <a:latin typeface="Noto Sans CJK SC"/>
              </a:defRPr>
            </a:pPr>
            <a:r>
              <a:t>14.10°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5157216"/>
            <a:ext cx="493776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过去 3 步绝对航向变化的均值，不是角速度。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696712"/>
            <a:ext cx="1082649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50" b="1">
                <a:solidFill>
                  <a:srgbClr val="142B46"/>
                </a:solidFill>
                <a:latin typeface="Noto Sans CJK SC"/>
              </a:defRPr>
            </a:pPr>
            <a:r>
              <a:t>其中 93.3% 属于严格转弯：未来 8 步终点横向位移 ≥0.30 m，或航向变化绝对值 ≥45°（真实轨迹判定）。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016752"/>
            <a:ext cx="10826496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以上为难例内部描述，不能据此判断这些特征比普通样本更强，也不能证明它们导致了预测错误。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6373368"/>
            <a:ext cx="10826496" cy="31089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6419088"/>
            <a:ext cx="1042416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下一步假设：难例多发生于转弯过程，检验加入历史图像能否帮助方向预测。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757416"/>
            <a:ext cx="10058400" cy="11887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750" b="0">
                <a:solidFill>
                  <a:srgbClr val="62748A"/>
                </a:solidFill>
                <a:latin typeface="Noto Sans CJK SC"/>
              </a:defRPr>
            </a:pPr>
            <a:r>
              <a:t>来源：wp_hard120/summary.txt、enrichment_H_vs_control.csv；只使用困难组统计，未重跑实验。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6757416"/>
            <a:ext cx="1133856" cy="11887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750" b="0">
                <a:solidFill>
                  <a:srgbClr val="62748A"/>
                </a:solidFill>
                <a:latin typeface="Noto Sans CJK SC"/>
              </a:defRPr>
            </a:pPr>
            <a:r>
              <a:t>难例特征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