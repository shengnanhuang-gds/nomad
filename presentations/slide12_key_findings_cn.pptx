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第12页（替换被用户删除的实验流程页），独立单页。原计划第13页“核心发现与局限”前移；后续仅剩第13页“下一步计划”。</a:t>
            </a:r>
          </a:p>
          <a:p>
            <a:r>
              <a:t>发现1：train/logs/revalidation/oracle_factorial/factorial_use.csv，all1000，固定B距离与E：预测组合2.61999；换GT Goal2.98568（+0.36569）；换GT WP4.65594（+2.03595）。仅在当前融合机制及策略下定位WP方向的改进潜力，不能泛化为Goal预测不重要。</a:t>
            </a:r>
          </a:p>
          <a:p>
            <a:r>
              <a:t>发现2：wp_oracle_attribution/summary.txt与by_wp_err_quintile.csv、turn_vs_straight.csv，top100帧占正收益68.9%；turn593占净收益88.1%；wp_hard120/summary.txt中93.3%的Hard120属于严格转弯。正收益与净收益分母不同。相关并非因果。</a:t>
            </a:r>
          </a:p>
          <a:p>
            <a:r>
              <a:t>发现3：P2_conclusions_revised.md、p2_val_bearing/summary.txt与wp_input_sweep/summary.json支持历史与turnhard训练收益；P4_ablation_status.md、wp_mh46/summary_cn.txt、p5ab_summary.txt说明更多历史/多时域/当前融合门控未稳定超越参考。此结论局限于已试设置，不是证明所有此类方法无效。</a:t>
            </a:r>
          </a:p>
          <a:p>
            <a:r>
              <a:t>限制1：GT WP是未来8步轨迹终点方向；GT分析只用于离线，不能作部署方法或可实现改进承诺。</a:t>
            </a:r>
          </a:p>
          <a:p>
            <a:r>
              <a:t>限制2：use_cm=100*(masked_ADE-conditioned_ADE)为目标条件减少的轨迹误差，不等于成功率、安全性或真机表现。固定评测帧不代表完全独立测试；部分融合扫参使用locked，仍需独立测试集。</a:t>
            </a:r>
          </a:p>
          <a:p>
            <a:r>
              <a:t>限制3：wp_hard_oversample/summary_cn.txt的2.94与turnhard2.93只是现有报告精度差异，没有充分多seed或配对差值区间。无完整逐帧数据，不能证明统计显著；hard_os3还包含续训。</a:t>
            </a:r>
          </a:p>
          <a:p>
            <a:r>
              <a:t>适用范围：RECON/SCAND现有小样本重建图像记录不够支撑广泛跨域结论；未有用户提供的真机成功率证据。限制可用于后续评估规划。</a:t>
            </a:r>
          </a:p>
          <a:p>
            <a:r>
              <a:t>未引入新的未经核对数字。页面用中文总结，技术细节留备注，全部形状与文字可编辑。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总结 / 核心发现与局限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142B46"/>
                </a:solidFill>
                <a:latin typeface="Noto Sans CJK SC"/>
              </a:defRPr>
            </a:pPr>
            <a:r>
              <a:t>哪些结论已有支持，哪些还需要验证？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结合前面的消融与训练结果，明确目前的研究判断和证据边界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530352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8D91"/>
                </a:solidFill>
                <a:latin typeface="Noto Sans CJK SC"/>
              </a:defRPr>
            </a:pPr>
            <a:r>
              <a:t>主要发现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8776" y="2331720"/>
            <a:ext cx="530352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42B46"/>
                </a:solidFill>
                <a:latin typeface="Noto Sans CJK SC"/>
              </a:defRPr>
            </a:pPr>
            <a:r>
              <a:t>结论边界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52928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62656"/>
            <a:ext cx="34747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2944368"/>
            <a:ext cx="45262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航点方向是值得优先改善的环节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3337560"/>
            <a:ext cx="452628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在当前方案中，替换真实航点方向的收益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明显高于替换真实目标方向。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852928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944368"/>
            <a:ext cx="49377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真实方向只用于离线分析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337560"/>
            <a:ext cx="493776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真实航点包含未来轨迹信息，部署时拿不到；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分析中的潜在收益不等于实际可达到的改进。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95928"/>
            <a:ext cx="34747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" y="3977639"/>
            <a:ext cx="45262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少量严重错误集中了大部分改进空间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" y="4370832"/>
            <a:ext cx="452628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难例主要出现在转弯场景；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一般样本变好，并不代表严重错误减少。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886200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977639"/>
            <a:ext cx="49377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条件收益不等于导航成功率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370832"/>
            <a:ext cx="493776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目前主要衡量目标信息能减少多少轨迹误差；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真实场景中能否更安全地到达目标，仍需验证。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919472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029200"/>
            <a:ext cx="347472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7592" y="5010912"/>
            <a:ext cx="452628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视觉历史与针对性训练带来进展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5404104"/>
            <a:ext cx="452628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继续增加历史帧数、辅助监督或复杂规则，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尚未持续超过当前较强的训练方案。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919472"/>
            <a:ext cx="5303520" cy="95097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5010912"/>
            <a:ext cx="49377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小幅领先尚不能认定为可靠提升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404104"/>
            <a:ext cx="4937760" cy="42062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2.93 与 2.94 cm 的差异很小；</a:t>
            </a:r>
          </a:p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还需重复训练、配对比较和独立测试。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016752"/>
            <a:ext cx="10826496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适用范围：结论主要来自当前固定远目标评估；其他环境的泛化与实机表现，仍需进一步验证。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6345936"/>
            <a:ext cx="10826496" cy="356616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" y="6400800"/>
            <a:ext cx="10424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研究判断：除了远程目标定位，短时路径方向的质量也是关键改进空间。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720840"/>
            <a:ext cx="1005840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依据：前述方向替换、难例归因、历史输入、转弯训练与融合规则实验；详细来源见备注。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6456" y="6720840"/>
            <a:ext cx="960120" cy="13716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发现与局限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